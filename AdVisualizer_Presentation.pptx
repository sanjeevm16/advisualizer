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AdVisualizer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Open-Word Asset Factory</a:t>
            </a:r>
          </a:p>
          <a:p>
            <a:r>
              <a:t>Impact, Innovation, Execution &amp;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Transforming Creative Production</a:t>
            </a:r>
          </a:p>
          <a:p>
            <a:pPr lvl="1"/>
            <a:r>
              <a:t>Automates the entire pipeline between raw data and creative assets.</a:t>
            </a:r>
          </a:p>
          <a:p>
            <a:pPr lvl="1"/>
            <a:r>
              <a:t>Instantly reacts to market trends (e.g., 'minimalist pastel').</a:t>
            </a:r>
          </a:p>
          <a:p>
            <a:pPr lvl="1"/>
            <a:r>
              <a:t>Drastically reduces production costs and accelerates time-to-market.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Innovation: Agent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Multi-Agent Virtual Marketing Agency</a:t>
            </a:r>
          </a:p>
          <a:p>
            <a:pPr lvl="1"/>
            <a:r>
              <a:t>Trend Analyst: Scrapes signals for top-converting visual styles.</a:t>
            </a:r>
          </a:p>
          <a:p>
            <a:pPr lvl="1"/>
            <a:r>
              <a:t>Product Copier: Extracts and masks the raw product image.</a:t>
            </a:r>
          </a:p>
          <a:p>
            <a:pPr lvl="1"/>
            <a:r>
              <a:t>Scene Compositor: Writes contextual backdrop prompts matching trends.</a:t>
            </a:r>
          </a:p>
          <a:p>
            <a:pPr lvl="1"/>
            <a:r>
              <a:t>A/B Variant Generator: Tweaks lighting/aspect ratios for 5 variants.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Powered by Google ADK &amp; Gemini</a:t>
            </a:r>
          </a:p>
          <a:p>
            <a:pPr lvl="1"/>
            <a:r>
              <a:t>gemini-2.5-flash: Provides rapid, conversational intelligence.</a:t>
            </a:r>
          </a:p>
          <a:p>
            <a:pPr lvl="1"/>
            <a:r>
              <a:t>text-embedding-004: Powers a long-term vector memory service.</a:t>
            </a:r>
          </a:p>
          <a:p>
            <a:pPr lvl="1"/>
            <a:r>
              <a:t>Bridges text and image generation via external APIs (Flux/Midjourney).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&amp;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Robust and Scalable Foundation</a:t>
            </a:r>
          </a:p>
          <a:p>
            <a:pPr lvl="1"/>
            <a:r>
              <a:t>Backend: Flask application with SQLite for session state.</a:t>
            </a:r>
          </a:p>
          <a:p>
            <a:pPr lvl="1"/>
            <a:r>
              <a:t>Frontend: Modern, responsive UI built with Vanilla JavaScript.</a:t>
            </a:r>
          </a:p>
          <a:p>
            <a:pPr lvl="1"/>
            <a:r>
              <a:t>Voice: Integrated SpeechSynthesis API for a true AI companion experience.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End-to-End Autonomous Marketing Pipeline</a:t>
            </a:r>
          </a:p>
          <a:p>
            <a:pPr lvl="1"/>
            <a:r>
              <a:t>Combines innovative multi-agent AI with flawless execution.</a:t>
            </a:r>
          </a:p>
          <a:p>
            <a:pPr lvl="1"/>
            <a:r>
              <a:t>Delivers an unprecedented impact on creative production workflows.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